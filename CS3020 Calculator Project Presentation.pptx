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00826b8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00826b8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f00826b8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f00826b8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00826b8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00826b8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f00826b8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f00826b8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CS3020 Calculator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 Wadge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5510750" y="1386150"/>
            <a:ext cx="3400800" cy="23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Multiple classes </a:t>
            </a:r>
            <a:r>
              <a:rPr lang="en" sz="1800">
                <a:solidFill>
                  <a:schemeClr val="dk2"/>
                </a:solidFill>
              </a:rPr>
              <a:t>inheriting</a:t>
            </a:r>
            <a:r>
              <a:rPr lang="en" sz="1800">
                <a:solidFill>
                  <a:schemeClr val="dk2"/>
                </a:solidFill>
              </a:rPr>
              <a:t> from Calculation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class performs the calculation for corresponding operation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Percent and division throw exception if second number is 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758750" cy="220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48825"/>
            <a:ext cx="4758750" cy="22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25" y="2276475"/>
            <a:ext cx="479622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67450" y="69325"/>
            <a:ext cx="47961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Button clicks check if input is valid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Do calculation using corresponding operation class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Display the results in textBox3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Percent and division try calculation and catch DivideByZeroException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825" y="69325"/>
            <a:ext cx="3938550" cy="49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80425" cy="8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88575"/>
            <a:ext cx="3203685" cy="8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1050" y="1221600"/>
            <a:ext cx="1426800" cy="8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257775"/>
            <a:ext cx="3203674" cy="8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1050" y="2247625"/>
            <a:ext cx="1426800" cy="8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3293950"/>
            <a:ext cx="3203675" cy="884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1050" y="3293950"/>
            <a:ext cx="1426800" cy="8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5252825" y="1543050"/>
            <a:ext cx="3635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Numbers are entered in first and second text box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When any operation button is pressed the result is displayed in the last text box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Only works if a number is entered into both boxes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